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C9200CX Competitive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49961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Merged from validated Aruba, Arista, and IE3500H comparison decks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for: Carnival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10789920" cy="0"/>
          </a:xfrm>
          <a:prstGeom prst="line">
            <a:avLst/>
          </a:prstGeom>
          <a:noFill/>
          <a:ln w="12700">
            <a:solidFill>
              <a:srgbClr val="BF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decks merged: Aruba CX 6000/6100, Arista CCS-710P-12, and Cisco IE-3500H-12P2MU2XE.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8130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model remains Cisco C9200CX-12P-2X2G-E across all tables.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44714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Winners are highlighted per category with green trophy markers.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Technical Findings: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Arista CCS-710P-12 is the closest true 1:1 compact competitor to C9200CX: same 12-port fanless PoE form factor with 2x10G SFP+ uplinks.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1214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Aruba CX 6100 is the lightest practical alternative with 10G-capable uplinks and VSF stacking, but it gives up major PoE, security, and telemetry features.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7797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IE-3500H-12P2MU2XE is not a campus peer; it is the ruggedized winner for harsh environments, with DC power, IP66/IP67, M12, and industrial hardening.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4381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feature depth, Cisco C9200CX remains the broadest all-around winner for campus access, while each competitor wins a narrower category.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Catalyst 9200CX Switches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383280"/>
                <a:gridCol w="31089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Platform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Compared Model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Positioning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Differentiator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C9200CX-12P-2X2G-E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 compact campus switch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Best all-around campus feature set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CX 6100 (JL679A)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Closest lightweight Aruba 10G option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Winner: stacking / weight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CX 6000 (R8N89A)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Lower-end 1G-uplink option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Lacks 10G uplinks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CCS-710P-12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Closest 1:1 compact Arista match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Winner: closest clean near-match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Industrial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IE-3500H-12P2MU2XE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/ harsh-environment near-match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Winner: rugged / IP67 / DC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9200CX Hardware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920240"/>
                <a:gridCol w="1874520"/>
                <a:gridCol w="182880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6.6 lb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6.13 lb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6.17 lb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explicit in final deck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11.40 lb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10G Uplinks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2x10G SFP+ + 2x1G copper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2x1/10G SFP+ + 2x1G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2x10G SFP+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2x10G/1G SFP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PoE Budget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 Factor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wall-mount heavy duty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 Input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315W AC internal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165W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150W/280W AC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12-54V DC industrial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Packet Buffer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MB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12.38 MB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specified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MB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officially published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Stacking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VSF up to 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confirmed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evidence in deck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9200CX Hardware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/ Operations / Environment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920240"/>
                <a:gridCol w="1874520"/>
                <a:gridCol w="182880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MACsec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AES-256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fully substantiated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MACsec-128 on -E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NetFlow / Visibility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Flexible NetFlow + telemetry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sFlow only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sFlow only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sFlow / CloudVision telemetry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DNA Center support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 Visibility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NBAR2 / AVC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NBAR equivalent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 focus, not campus app vis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Fabric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SD-Access support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VXLAN/EVPN positioning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OT focus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Temp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-5°C to 45°C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0°C to 45°C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0°C to 45°C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emphasized as harsh-env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-40°C to 75°C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Ingress / Ruggedness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IP rating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campus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campus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campus edge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IP66 / IP67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9200CX Scale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Scale Metric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32K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clearly published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IPv4 / Host Routes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14K total / 4K routing entries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1K class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1K class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explicitly published in source set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7K IPv4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Forwarding Rate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50.59 Mpps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45.1 Mpps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23.8 Mpps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95 Mpps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Line rate for all ports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Switching Capacity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68 Gbps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68 Gbps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 Gbps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 Gbps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officially published for exact SKU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Memory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DRAM / 8 GB flash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/ 16 GB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/ 16 GB corrected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/ 8 GB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8 GB / 5.1 GB user storage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13832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C9200CX wins campus-scale balance; IE3500H wins rugged route scale; Arista wins compact forwarding efficiency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9200CX Competitive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5760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Winner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Closest 1:1 equivalent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Arista CCS-710P-12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compact fanless 12-port PoE role with 2x10G SFP+ uplinks.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all-around campus features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Cisco C9200CX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PoE headroom, MACsec-256, NetFlow, app visibility, SD-Access, richer published L3/telemetry.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rugged / marine / OT fit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Cisco IE-3500H-12P2MU2XE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IP66/IP67, DC power, M12, -40°C to 75°C, industrial hardening.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weight / stacking trade-off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Aruba CX 6100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validated weight and VSF stacking, but with major feature trade-offs.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Lowest-capability option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Viable only if 1G uplinks and basic L2 access are acceptable.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 from the BU &amp; PM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" y="155448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C9200CX MTBF and environmental guidance to compare fairly against rugged and campus competitors.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21284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public Cisco guidance for marine / hospitality deployments where weight, humidity, and non-standard mounting matter.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87121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customer-ready positioning narrative for why C9200CX should be chosen over Aruba / Arista / IE3500 when requirements are mixed.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52958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field guidance on when customers should move to IE3500H instead of forcing C9200CX into harsh-environment roles.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41879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competitive positioning on Arista 710P, since it is the cleanest compact non-Cisco near-match in this study.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Carnival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C9200CX Competitive Comparison Master Deck</dc:title>
  <dc:subject>Merged C9200CX competitive comparison</dc:subject>
  <dc:creator>Carnival Network Engineering</dc:creator>
  <cp:lastModifiedBy>Carnival Network Engineering</cp:lastModifiedBy>
  <cp:revision>1</cp:revision>
  <dcterms:created xsi:type="dcterms:W3CDTF">2026-03-25T13:19:03Z</dcterms:created>
  <dcterms:modified xsi:type="dcterms:W3CDTF">2026-03-25T13:19:03Z</dcterms:modified>
</cp:coreProperties>
</file>