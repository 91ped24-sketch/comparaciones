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789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C9200CX-12P-2X2G-E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Arista CCS-710P-12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2743200"/>
            <a:ext cx="4389120" cy="0"/>
          </a:xfrm>
          <a:prstGeom prst="line">
            <a:avLst/>
          </a:prstGeom>
          <a:noFill/>
          <a:ln w="12700">
            <a:solidFill>
              <a:srgbClr val="1B5F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0175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Fanless 12-Port PoE Access Switch Comparison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Same-format validated comparison using official Cisco and Arista sources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Carnival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5120640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14325A"/>
          </a:solidFill>
          <a:ln w="12700">
            <a:solidFill>
              <a:srgbClr val="1B5F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3035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official vendor product pages and datasheets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 CCS-710P-12 is the closest clean 1:1 near-match found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389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CCS-710P-12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Downlink 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12x 1G PoE+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12x 1G PoE+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Uplinks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10G SFP+ + 2x 1G copper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10G SFP+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 Budget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Switching Capacity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Gbps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Gbps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Forwarding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50.59 Mpps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Mpps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Factor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Compact, fanless, 1RU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Compact, fanless, 1RU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Input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315W AC internal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150W / 280W external AC PSU options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IOS XE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EOS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Model-driven telemetry, NetFlow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CloudVision telemetry, sFlow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12064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21208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much cleaner 1:1 comparison than IE3500: both are compact, fanless, 12-port PoE campus/edge switches with 10G uplinks.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55955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leads slightly on PoE budget and uplink flexibility; Arista leads on published throughput efficiency and power draw.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Arista 710P | Slide 2 of 13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CCS-710P-12 Is the Correct Arista Equivalent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828800"/>
                <a:gridCol w="5852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12-port compact PoE intent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710P-12 is a compact, fanless 12-port PoE campus switch.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10G uplinks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provides 2x 10G SFP+ uplinks, matching the core uplink intent.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/ access deployment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target space-constrained access-layer deployments.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Fanless / quiet environments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are designed for silent or quiet installation areas.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uplink parity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adds 2x 1G copper uplinks; Arista uses SFP+ uplinks only.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8056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57200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CCS-710P-12 is the best Arista near-match because it aligns on form factor, PoE access role, and compact deployment assumptions.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91947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IE3500 comparison, no product-class mismatch is required here.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Arista 710P | Slide 3 of 13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Ports, Uplinks, and Physical Interfaces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297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CCS-710P-12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12x 10/100/1000 RJ-45 PoE+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12x 10/100/1000 RJ-45 PoE+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10G Uplinks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10G SFP+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10G SFP+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Copper Uplinks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1G copper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/ USB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+ USB management 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+ USB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/ wall / 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/ wall / ceiling / magnetic options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Acoustics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Fanless / silent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Fanless / silent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93776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502920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Cisco’s only meaningful physical advantage is the extra 2x 1G copper uplinks.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37667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 counters with broader mounting flexibility for compact remote deployments.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Arista 710P | Slide 4 of 13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PoE, Power, and Efficiency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297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CCS-710P-12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 Standard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802.3at PoE+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802.3at PoE+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 Budget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PoE Delta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-6W vs Cisco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Supply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315W AC internal fixed PSU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150W or 280W external AC PSU options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Power (excluding PoE)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system power footprint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46W switching power published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/ Fast PoE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Perpetual + Fast PoE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PoE on reboot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6344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75488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has a small PoE headroom advantage (240W vs 234W), but the difference is operationally minor in many deployments.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10235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Arista’s published switching power is dramatically lower, making it more power-efficient for quiet edge environments.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Arista 710P | Slide 5 of 13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Throughput, and Scale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97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CCS-710P-12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Switching Capacity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Gbps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Gbps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Packets / Second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50.59 Mpps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Mpps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GB DRAM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GB system 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Storage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 flash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 flash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Buffer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clearly published in fetched Arista source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IDs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explicitly confirmed in fetched 710P web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84632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93776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retains an advantage in packet buffer and documented L2 scale visibility.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28523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 publishes much higher packets-per-second throughput, suggesting a very efficient compact forwarding path.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Arista 710P | Slide 6 of 13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Management, and Telemetry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97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CCS-710P-12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IOS XE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EOS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Management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Catalyst Center / Meraki monitoring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CloudVision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Telemetry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Model-driven telemetry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telemetry with CloudVision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Visibility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NetFlow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NETCONF / RESTCONF / YANG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Extensive EOS APIs / programmability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In-Service Updates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patching with reboot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In-service maintenance / upgrades highlighted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6344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75488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has the richer published flow-monitoring story with Flexible NetFlow.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10235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 differentiates with EOS operational model consistency and CloudVision-centric telemetry workflows.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Arista 710P | Slide 7 of 13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Campus Feature Positioning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20624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CCS-710P-12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MACsec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 on C9200CX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directly confirmed in fetched 710P source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802.1X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 security supported, but exact feature list not fully substantiated 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Anchor / Secure Boot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Trust Anchor / Secure Boot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security posture present, exact equivalent not fully confirmed 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 Segmentation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SD-Access support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VXLAN/EVPN segmentation highlighted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Visibility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NBAR2 / AVC in Cisco family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positioned as NBAR equivalent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7200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66344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Cisco’s campus-security and segmentation story is more explicitly documented in the reviewed source set.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01091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 is competitive on automation and segmentation architecture, but not all security details were equally explicit on the public pages reviewed.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Arista 710P | Slide 8 of 13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/ L3 Protocol and Control-Plane Positioning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114800"/>
                <a:gridCol w="4114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CCS-710P-12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2 Campus Switching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Routing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Expected, but not fully enumerated in fetched web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OSPF / EIGRP / IS-IS / RIP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Explicitly listed in Cisco 9200 datasheet family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fully enumerated in fetched 710P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BGP / EVPN Positioning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BGP on C9200CX from IOS-XE 17.13.1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EVPN segmentation highlighted in 710P positioning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1588v2 on C9200CX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7D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directly substantiated in fetched 710P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8056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57200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publishes a more explicit compact-switch routing and timing feature list in the reviewed documentation.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91947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Arista’s public 710P positioning emphasizes campus segmentation, telemetry, and operational model over detailed per-protocol tables.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Arista 710P | Slide 9 of 13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Fit: Branch, Quiet Spaces, and Edge Closets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6309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Quiet rooms / conference / retail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are compact fanless switches designed for quiet deployment.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extra copper uplinks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C9200CX adds 2x 1G copper uplinks.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lowest switching power draw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publishes lower switching power consumption.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Cisco campus fabric alignment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XE, Catalyst Center, Trust Anchor, SD-Access alignment.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EOS / CloudVision operational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EOS operational experience and Arista campus telemetry approach.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8056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57200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real head-to-head compact campus comparison: deployment fit is strong on both sides.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91947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is less about hardware shape and more about operational ecosystem: Cisco campus stack vs Arista EOS/CloudVision.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Arista 710P | Slide 10 of 13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Caveats and Asymmetries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29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Uplink asymmetry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includes 2x 1G copper uplinks in addition to 2x 10G SFP+; Arista 710P-12 does not.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PoE budget asymmetry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is 6W below Cisco (234W vs 240W) — usually minor, but verify high-density PoE loads.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asymmetry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datasheet exposes detailed L2/L3 scale tables; Arista 710P public pages emphasize operational and platform positioning more than full protocol tables.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detail asymmetry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MACsec-256 and Trust Anchor are explicit in reviewed sources; equivalent Arista security specifics were not equally explicit in the fetched 710P pages.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8056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57200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deck stays conservative where Arista public documentation was less explicit than Cisco’s datasheet tables.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91947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unsupported feature was credited to Arista unless it appeared directly in the reviewed official material.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Arista 710P | Slide 11 of 13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Matrix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4846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Platform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1:1 compact hardware match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CCS-710P-12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12x 1G PoE+, 2x 10G SFP+, compact fanless 1RU.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PoE headroom in this comparison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240W vs 234W and richer uplink mix.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Cisco campus integration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C9200CX-12P-2X2G-E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Catalyst Center, SD-Access, Cisco Trust Anchor, IOS XE feature transparency.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EOS / Arista operational alignment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CCS-710P-12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CloudVision, EOS consistency, efficient compact edge design.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switching power draw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Arista CCS-710P-12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switching power is substantially lower.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80560"/>
            <a:ext cx="11247120" cy="877824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572000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the cleanest Arista substitute for this exact Cisco compact switch, CCS-710P-12 is the right answer.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91947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Cisco for tighter campus feature integration; choose Arista for EOS/CloudVision alignment and a cleaner low-power compact edge platform.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Arista 710P | Slide 12 of 13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Catalyst 9200 Series Data Sheet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9120" y="1325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cisco.com/c/en/us/products/collateral/switches/catalyst-9200-series-switches/nb-06-cat9200-ser-data-sheet-cte-en.html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282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 710P Series Product Page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1728216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arista.com/en/products/710p-series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30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 710P Datasheet (PDF)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213055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arista.com/assets/data/pdf/Datasheets/CCS-710P-Datasheet.pdf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 710XP Series Product Page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253288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arista.com/en/products/710xp-series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9352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 710XP Datasheet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293522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arista.com/assets/data/pdf/Datasheets/CCS-710XP-Datasheet.pdf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480560"/>
            <a:ext cx="11247120" cy="123444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98348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follows the same validated format as the prior Cisco comparison presentations. Arista CCS-710P-12 was selected as the closest official compact PoE near-match to C9200CX-12P-2X2G-E. Where Cisco documentation exposed more detailed scale data than Arista public pages, the deck marks Arista values conservatively rather than guessing.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Carnival | C9200CX vs Arista 710P | Slide 13 of 13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01200" y="6446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March 2026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Carnival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Cisco C9200CX-12P-2X2G-E vs Arista CCS-710P-12</dc:title>
  <dc:subject>Cisco C9200CX vs Arista 710P - Corrected &amp; Validated</dc:subject>
  <dc:creator>Carnival Network Engineering</dc:creator>
  <cp:lastModifiedBy>Carnival Network Engineering</cp:lastModifiedBy>
  <cp:revision>1</cp:revision>
  <dcterms:created xsi:type="dcterms:W3CDTF">2026-03-24T18:45:26Z</dcterms:created>
  <dcterms:modified xsi:type="dcterms:W3CDTF">2026-03-24T18:45:26Z</dcterms:modified>
</cp:coreProperties>
</file>