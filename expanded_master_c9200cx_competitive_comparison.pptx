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Competitive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499616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master deck including Aruba, Arista, IE3500 Rugged, and IE3500H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for: Carnival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212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10789920" cy="0"/>
          </a:xfrm>
          <a:prstGeom prst="line">
            <a:avLst/>
          </a:prstGeom>
          <a:noFill/>
          <a:ln w="12700">
            <a:solidFill>
              <a:srgbClr val="BFC7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from the validated Aruba, Arista, IE3500H, and official IE3500 Rugged fact set.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C9200CX as the reference in all categories.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4361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the same Cisco-style format as the prior master deck, but now includes IE3500 Rugged Series.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Technical Findings: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remains the best all-around campus access platform when PoE headroom, MACsec-256, telemetry, visibility, and Cisco campus integration matter most.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0665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Arista CCS-710P-12 is the closest true compact near-match, with very similar physical role and lower switching power draw.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Aruba CX 6100 wins the weight and stacking category, but it trades away major security, telemetry, and PoE headroom.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32735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IE3500 Rugged Series and IE3500H Heavy Duty split the industrial category: Rugged wins modular DIN-rail / RJ45 flexibility, while IE3500H wins sealed IP66/IP67 harsh-environment deployment.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Catalyst 9200CX Switches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834640"/>
                <a:gridCol w="3703320"/>
                <a:gridCol w="310896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Compared Model / Series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Win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C9200CX-12P-2X2G-E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Reference compact campus switch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All-around campus feature depth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CX 6100 (JL679A)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10G-capable Aruba compact alternative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 / VSF stacking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CX 6000 (R8N89A)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Lower-end 1G-uplink option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 access only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CCS-710P-12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compact near-1:1 match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clean hardware substitute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Industrial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 Series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DIN-rail modular industrial family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RJ45 / modular / dual-DC industrial flexibility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Industrial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IE-3500H-12P2MU2XE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Heavy-duty sealed industrial near-match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Rugged / IP67 / DC / M12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Multi-vendor validated snapshot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6.6 lb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6.13 lb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6.17 lb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explicitly validated in final deck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3.90 lb representative SKU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11.40 lb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10G Uplinks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2x10G + 2x1G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2x1/10G + 2x1G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2x10G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1G or 10G SKU-dependent; not direct 12-port peer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2x10G/1G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 Budget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234W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 base / up to 480W with expansion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Stacking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VSF up to 8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confirmed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evidence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No; modular expansion only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/ commercial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/ commercial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/ commercial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/ commercial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Rugged industrial / IP30 / DIN rail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Rugged industrial / IP66-IP67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wins campus breadth; Arista is the closest compact match; IE3500 Rugged and IE3500H split the industrial category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Catalyst 9200CX Hardware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hardware and physical attributes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CPU / Platform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UADP 2.0 Mini / 4-core ARM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ARM Cortex-A9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ARM Cortex-A9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Dual-core x86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modular platform; CPU not direct compare target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heavy-duty CPU not direct compare target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DRAM / Flash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8 GB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16 GB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16 GB corrected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GB / 8 GB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Series supports larger industrial memory / modular expansion context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8 GB / 5.1 GB user storage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Packet Buffer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MB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12.38 MB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specified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MB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explicitly normalized at series level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officially published for exact SKU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 Table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32K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clearly published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series-level values vary by SKU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 Factor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Compact fanless 1U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DIN-rail modular industrial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Heavy-duty wall-mount / field form factor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Fit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 in depth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~10 in class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~10 in class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9.8 in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Most compact industrial footprint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largest / heaviest rugged package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compact campus hardware, Arista is the closest structural peer; Aruba leads packet buffer; IE3500 Rugged leads modular industrial compactness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&amp; Power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for powered edge devices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Category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 Standard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802.3at PoE+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802.3at PoE+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802.3at PoE+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802.3at PoE+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Industrial PoE / 4PPoE capable with expansion options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PoE+ plus industrial 4PPoE-capable ports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 Budget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139W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 base / 360W or 480W with expansion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240W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Perpetual / Fast PoE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Yes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Persistent PoE on reboot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power resilience emphasis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the main differentiator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Power Input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315W AC internal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 165W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AC PSU options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Dual DC 12–54V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12–54V DC industrial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for High-Power / OT endpoints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campus PoE headroom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Limited by 139W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Limited by 139W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Slightly lower total budget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Highest industrial PoE density / modular growth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Industrial high-power endpoint bias</a:t>
                      </a:r>
                      <a:endParaRPr lang="en-US" sz="87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wins campus PoE continuity; IE3500 Rugged wins modular industrial PoE density; IE3500H wins sealed DC industrial power architecture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Features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MACsec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AES-256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fully substantiated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MACsec-256 at series level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MACsec-128 on -E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DHCP Snooping / DAI / IPSG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Yes / Yes / 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/ not confirmed / not confirmed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/ No / No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fully explicit in public source set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security feature set documented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security focus, not direct campus parity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Trust / Secure Boot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Trust Anchor / Secure Boot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TPM integrated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TPM integrated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Security posture present, not equally explicit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Cyber Vision + SEA with Network Advantage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Secure boot / trust anchor class support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802.1X / TACACS / RADIUS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campus support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security category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Campus security depth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platform, less explicit public detail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Industrial security / OT visibility bundle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security posture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is the campus-security winner; IE3500 Rugged adds the strongest explicit industrial security bundle; Aruba trails materially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&amp; Management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System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IOS XE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AOS-CX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AOS-CX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EOS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IOS XE industrial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IOS XE industrial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Central Management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Catalyst Center / Meraki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Central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Central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CloudVision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 Center support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 Center support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Stacking / Consolidation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VSF up to 8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confirmed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evidence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No; modular expansion only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Programmability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RESTCONF / NETCONF / YANG / gNMI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 API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 API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EOS APIs / programmability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IOS XE automation family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IOS XE automation family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Telemetry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Model-driven streaming telemetry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SNMP + sFlow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SNMP + sFlow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CloudVision telemetry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Cisco telemetry / OT visibility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IOS XE / DNA support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 Visibility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NBAR2 / AVC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NBAR equivalent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OT-focused visibility, different model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 focus, not campus app vis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Aruba wins stacking; Arista wins EOS/CloudVision operations; Cisco wins campus programmability and app visibility; Rugged adds OT-oriented management value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/ L3 Protocol Support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Protocol / Role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Static Routing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but not fully enumerated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OSPF / EIGRP / IS-IS / RIP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Explicitly documented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/ L2 only bias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/ L2 only bias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fully enumerated publicly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IOS XE family support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IOS XE family support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BGP / EVPN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 BGP on C9200CX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EVPN segmentation positioning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Series-level industrial routing / not positioned as EVPN compact peer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BGP supported in reviewed IE set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PTP / Timing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IEEE 1588v2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 key differentiator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 key differentiator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directly substantiated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TSN / frame-preemption / industrial timing posture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IEEE 1588v2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Protocol Relevance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platform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platform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platform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platform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Industrial redundancy / OT protocols / TSN posture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OT / industrial protocol alignment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wins documented campus routing depth; IE3500 Rugged and IE3500H dominate OT protocol and timing relevance</a:t>
            </a:r>
            <a:endParaRPr lang="en-US" sz="11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&amp; Environmental Specifications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Criterion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MTBF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Published 553K–704K hrs range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published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published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validated in deck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primary published takeaway in source set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the primary published takeaway in deck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Operating Temp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-5°C to 45°C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0°C to 45°C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0°C to 45°C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campus compact class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-40°C to 75°C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-40°C to 75°C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Humidity / Marine Margin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5–90% non-condensing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5–90%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5–90%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positioned for marine extremes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protected industrial cabinet posture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Best sealed harsh-environment posture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Ingress / Shock / Vibration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rugged rated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rugged rated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rugged rated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rugged rated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Shock / vibration / surge hardened, IP30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Industrial hardening / IP66-IP67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Marine Readiness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proven marine-certified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proven marine-certified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proven marine-certified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proven marine-certified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Good for protected industrial / cabinet use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Closest practical harsh-environment fit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C9200CX is the only platform with clearly cited MTBF here; IE3500 Rugged and IE3500H are the real environmental contenders</a:t>
            </a:r>
            <a:endParaRPr lang="en-US" sz="11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&amp; Monitoring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SNMP / Syslog / LLDP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Flow Monitoring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Flexible NetFlow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 only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 only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sFlow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OT visibility / monitoring stack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DNA support but not NetFlow-centric in deck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Streaming Telemetry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Model-driven gRPC push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SNMP pull bias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SNMP pull bias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CloudVision telemetry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Cisco telemetry / OT visibility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Industrial Cisco automation family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YANG / Open APIs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OpenConfig + native YANG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EOS APIs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IOS XE automation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IOS XE automation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5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observability category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campus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Arista telemetry ops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OT visibility posture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5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OT visibility, different goal</a:t>
                      </a:r>
                      <a:endParaRPr lang="en-US" sz="85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wins campus observability depth; Arista is the strongest compact alternative; IE3500 Rugged adds OT-oriented monitoring value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Stacking, Scale, and Weight Impact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9344"/>
                <a:gridCol w="1609344"/>
                <a:gridCol w="1591056"/>
                <a:gridCol w="1609344"/>
                <a:gridCol w="1609344"/>
                <a:gridCol w="161848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Aspect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C9200CX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6100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710P-12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Cisco IE3500H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Stacking Support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VSF up to 8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confirmed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evidence in deck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No; modular expansion only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Mgmt entities at 2,500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 units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~313 VSF stacks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 assumed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 units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Modular growth reduces node count per cabinet, not stacking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2,500 rugged nodes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 Impact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6.6 lb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Best validated reduction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 reduction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explicit in final deck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Representative rugged SKU much lighter than IE3500H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Much heavier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Fleet-scale Ops Winner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stacking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Best management consolidation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Too basic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F5A62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compact alt, no stacking edge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modular industrial cabinet scaling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Environment-focused, not fleet simplification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59552"/>
            <a:ext cx="11064240" cy="347472"/>
          </a:xfrm>
          <a:prstGeom prst="rect">
            <a:avLst/>
          </a:prstGeom>
          <a:solidFill>
            <a:srgbClr val="244C7C"/>
          </a:solidFill>
          <a:ln w="12700">
            <a:solidFill>
              <a:srgbClr val="244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32704"/>
            <a:ext cx="10698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Aruba CX 6100 is the fleet-scale weight/stacking winner; IE3500 Rugged is the better modular industrial scaling story; Cisco wins feature depth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Matrix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292608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Winner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all-around campus access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C9200CX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PoE, security, routing, telemetry, app visibility, and Cisco campus integration.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Closest clean compact substitute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Arista CCS-710P-12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1:1 compact role alignment with fanless 12-port PoE and 2x10G uplinks.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protected industrial / cabinet deployment fit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IE3500 Rugged Series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DIN-rail modular family, dual DC, RJ45, industrial hardening, TSN / OT posture.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sealed harsh-environment / field deployment fit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Cisco IE-3500H-12P2MU2XE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IP66/IP67, DC, M12, industrial hardening, harsh-environment suitability.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weight / stacking compromise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1FA7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🏆 Aruba CX 6100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validated weight and VSF stacking, but weaker security and telemetry.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Avoid when 10G / security / visibility matter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b="1" dirty="0">
                          <a:solidFill>
                            <a:srgbClr val="D7261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CX 6000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8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Basic L2 access only; most constrained option in this study.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44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&amp; Methodology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64008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© 2026 OpenCode / Carnival internal working draft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Comparison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8428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3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371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decks merged: Cisco_C9200CX_Replacement_Analysis_Validated.pptx, C9200CX_vs_Arista_710P_Validated.pptx, C9200CX_vs_IE3500H_Validated.pptx.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7510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IE3500 Rugged Series was added from an official Cisco series-level fact set and is shown conservatively as a series column, not a forced 12-port 1:1 SKU match.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78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one vendor had less explicit public detail than Cisco, the merged deck keeps the claim conservative instead of guessing.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18211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Winners are category-specific, not absolute; different platforms win different deployment conditions.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818388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Set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In This Deck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Aruba validated deck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for weight, stacking, power, security, management, telemetry, recommendation logic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Arista validated deck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for 1:1 compact equivalence, efficiency, EOS / CloudVision, caveats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IE3500H validated deck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for ruggedness, industrial certifications, environmental fit, OT positioning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4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IE3500 Rugged official fact set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2D2D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Used for DIN-rail modular industrial positioning, dual-DC power, RJ45, TSN, and industrial comparison points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Carnival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Expanded C9200CX Competitive Comparison</dc:title>
  <dc:subject>Expanded merged C9200CX competitive comparison</dc:subject>
  <dc:creator>Carnival Network Engineering</dc:creator>
  <cp:lastModifiedBy>Carnival Network Engineering</cp:lastModifiedBy>
  <cp:revision>1</cp:revision>
  <dcterms:created xsi:type="dcterms:W3CDTF">2026-03-25T14:34:23Z</dcterms:created>
  <dcterms:modified xsi:type="dcterms:W3CDTF">2026-03-25T14:34:23Z</dcterms:modified>
</cp:coreProperties>
</file>