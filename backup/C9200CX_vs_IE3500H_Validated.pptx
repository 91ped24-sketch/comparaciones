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789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C9200CX-12P-2X2G-E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Cisco IE-3500H-12P2MU2XE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2743200"/>
            <a:ext cx="4754880" cy="0"/>
          </a:xfrm>
          <a:prstGeom prst="line">
            <a:avLst/>
          </a:prstGeom>
          <a:noFill/>
          <a:ln w="12700">
            <a:solidFill>
              <a:srgbClr val="1B5F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0175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Compact Access vs. Industrial Heavy-Duty Ethernet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Same-format validated comparison for harsh-environment deployment decisions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Carnival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5120640"/>
            <a:ext cx="5943600" cy="914400"/>
          </a:xfrm>
          <a:prstGeom prst="roundRect">
            <a:avLst>
              <a:gd name="adj" fmla="val 6000"/>
            </a:avLst>
          </a:prstGeom>
          <a:solidFill>
            <a:srgbClr val="14325A"/>
          </a:solidFill>
          <a:ln w="12700">
            <a:solidFill>
              <a:srgbClr val="1B5F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30352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against official Cisco datasheets and installation guides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IE-3500H-12P2MU2XE is an industrial near-match, not a 1:1 enterprise peer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114800"/>
                <a:gridCol w="44805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C9200CX-12P-2X2G-E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IE-3500H-12P2MU2XE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Intent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compact access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 / heavy-duty Ethernet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12x 1G PoE+ + 2x 10G SFP+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47D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12x M12 1G PoE + 2x 10G/1G SFP + 2x mGig/4PPoE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Input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100-240V AC internal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12-54V DC industrial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Ingress Protection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IP rating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IP66/IP67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Temp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-5°C to 45°C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-40°C to 75°C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PoE Budget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MACsec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AES-256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47D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MACsec-128 on -E license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supported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supported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 lb (2.99 kg)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11.40 lb (5.17 kg)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303520"/>
            <a:ext cx="11247120" cy="877824"/>
          </a:xfrm>
          <a:prstGeom prst="roundRect">
            <a:avLst>
              <a:gd name="adj" fmla="val 41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5394960"/>
            <a:ext cx="10881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C9200CX is lighter and campus-oriented; IE3500H is heavier but purpose-built for harsh environments.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5742432"/>
            <a:ext cx="10881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real requirement is industrial sealing, DC power, M12, and vibration hardening, IE3500H is the correct class of product.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Carnival | C9200CX vs IE3500H | Slide 2 of 14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601200" y="64465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March 2026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Assessment: Is IE-3500H-12P2MU2XE the Closest Match?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interpretation of the user-provided candidate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2103120"/>
                <a:gridCol w="54864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it a 12-port PoE Cisco alternative?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partially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matches the 12-port PoE requirement but adds extra industrial ports.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it a direct port-for-port peer?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IE3500H has 2 extra mGig/4PPoE ports and M12 industrial connectors.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it closer in environment / ruggedness?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the correct Cisco family if harsh-environment deployment is the real requirement.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it closer in enterprise access behavior?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47D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C9200CX remains the cleaner fit for standard campus/branch access switching.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480560"/>
            <a:ext cx="11247120" cy="877824"/>
          </a:xfrm>
          <a:prstGeom prst="roundRect">
            <a:avLst>
              <a:gd name="adj" fmla="val 41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4572000"/>
            <a:ext cx="10881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comparison is valid for decision-making, but it compares an enterprise compact switch to an industrial heavy-duty switch.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4919472"/>
            <a:ext cx="10881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deck explicitly treats IE3500H as a harsh-environment near-match, not a strict 1:1 replacement.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Carnival | C9200CX vs IE3500H | Slide 3 of 14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601200" y="64465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March 2026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Ports, Uplinks, and Physical Interfaces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023360"/>
                <a:gridCol w="42976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C9200CX-12P-2X2G-E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IE-3500H-12P2MU2XE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PoE Ports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12x 10/100/1000 RJ-45 PoE+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12x 10/100/1000 M12 X-code PoE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Uplink Ports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2x 10G SFP+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2x 10G/1G SFP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Additional Ports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47D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2x mGig / 4PPoE industrial ports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Management / Console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RJ45 + USB console / USB-A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M12 A-coded 5-pin console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Connector Standard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RJ-45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 M12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Port Count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logical external interfaces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47D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total interfaces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937760"/>
            <a:ext cx="11247120" cy="877824"/>
          </a:xfrm>
          <a:prstGeom prst="roundRect">
            <a:avLst>
              <a:gd name="adj" fmla="val 41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5029200"/>
            <a:ext cx="10881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IE3500H is not just a rugged C9200CX: it changes the physical interface model with M12 and extra industrial ports.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5376672"/>
            <a:ext cx="10881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field cabling already uses M12 or requires sealed connectors, IE3500H has a major deployment advantage.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Carnival | C9200CX vs IE3500H | Slide 4 of 14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601200" y="64465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March 2026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PoE, Power Architecture, and 4PPoE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114800"/>
                <a:gridCol w="42976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C9200CX-12P-2X2G-E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IE-3500H-12P2MU2XE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PoE Standard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802.3at PoE+ (30W/port)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802.3at PoE+ + industrial 4PPoE-capable ports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PoE Budget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Port Power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47D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90W on 4PPoE-capable ports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Power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100-240V AC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12-54V DC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System Draw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315W AC internal PSU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45W base system without PoE (Cisco published)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 Bias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wiring closets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 DC / OT power environments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754880"/>
            <a:ext cx="11247120" cy="877824"/>
          </a:xfrm>
          <a:prstGeom prst="roundRect">
            <a:avLst>
              <a:gd name="adj" fmla="val 41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4846320"/>
            <a:ext cx="10881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switches offer 240W PoE budget, but IE3500H aligns better with DC-powered industrial infrastructure.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5193792"/>
            <a:ext cx="10881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use case needs 4PPoE / high-power industrial endpoints, IE3500H expands beyond standard PoE+.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Carnival | C9200CX vs IE3500H | Slide 5 of 14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601200" y="64465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March 2026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Scale, and Memory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2976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C9200CX-12P-2X2G-E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IE-3500H-12P2MU2XE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Switching Capacity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 Gbps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47D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officially published for this SKU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Forwarding Rate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50.59 Mpps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rate for all ports / packet sizes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 Address Table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VLAN IDs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4,094 / 4,096 class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4,096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47D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officially published per reviewed source 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GB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Flash / User Storage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47D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officially published per reviewed source 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 GB user accessible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IPv4 Routes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Approx. 3,000 class (license/template dependent)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7,000 IPv4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937760"/>
            <a:ext cx="11247120" cy="877824"/>
          </a:xfrm>
          <a:prstGeom prst="roundRect">
            <a:avLst>
              <a:gd name="adj" fmla="val 41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5029200"/>
            <a:ext cx="10881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C9200CX leads in L2 MAC scale; IE3500H leads in published industrial routing scale and memory footprint.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5376672"/>
            <a:ext cx="10881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does not publish every compact C9200CX memory detail cleanly for this exact SKU, so the deck marks those as not officially substantiated.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Carnival | C9200CX vs IE3500H | Slide 6 of 14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601200" y="64465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March 2026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Encryption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023360"/>
                <a:gridCol w="42976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C9200CX-12P-2X2G-E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IE-3500H-12P2MU2XE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MACsec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AES-256 on C9200CX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47D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MACsec-128 on Network Essentials (-E)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Boot / Trust Anchor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802.1X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Campus Security Features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Stronger campus/security fabric orientation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47D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 security focus rather than campus fabric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SD-Access / DNA Center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Supported with DNA Center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663440"/>
            <a:ext cx="11247120" cy="877824"/>
          </a:xfrm>
          <a:prstGeom prst="roundRect">
            <a:avLst>
              <a:gd name="adj" fmla="val 41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4754880"/>
            <a:ext cx="10881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C9200CX has the cleaner encryption advantage because AES-256 MACsec is standard for the reviewed compact model.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5102352"/>
            <a:ext cx="10881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IE model in the user table ends with -E, so MACsec-256 should not be claimed unless the license changes to Network Advantage.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Carnival | C9200CX vs IE3500H | Slide 7 of 14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601200" y="64465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March 2026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/ L3 Protocols and Timing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14800"/>
                <a:gridCol w="43891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C9200CX-12P-2X2G-E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IE-3500H-12P2MU2XE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VLANs, STP, RSTP, MST, LACP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VLANs, STP, RSTP, MST, LACP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Routing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OSPF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(license dependent)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EIGRP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(license dependent)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BGP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47D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/ platform-license dependent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Supported in reviewed IE3500H source 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PTP (IEEE 1588v2)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 Protocols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EtherNet/IP, PROFINET, MODBUS / SCADA class support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Redundancy Protocol Bias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Campus bridging/routing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 ring / OT redundancy focus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120640"/>
            <a:ext cx="11247120" cy="877824"/>
          </a:xfrm>
          <a:prstGeom prst="roundRect">
            <a:avLst>
              <a:gd name="adj" fmla="val 41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5212080"/>
            <a:ext cx="10881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platforms support mainstream L2/L3 and PTP, but IE3500H adds industrial protocol relevance that the campus Catalyst line does not target.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5559552"/>
            <a:ext cx="10881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OT synchronization and industrial interoperability, IE3500H is the more natural fit.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Carnival | C9200CX vs IE3500H | Slide 8 of 14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601200" y="64465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March 2026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Hardening and Industrial Suitability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14800"/>
                <a:gridCol w="43891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C9200CX-12P-2X2G-E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IE-3500H-12P2MU2XE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Ingress Protection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IP rating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IP66 / IP67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Temperature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-5°C to 45°C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-40°C to 75°C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Shock / Vibration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industrial rated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IEC 60068 industrial shock / vibration tested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Salt Mist / Corrosion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47D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positioned for marine/industrial exposure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47D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Salt mist testing cited as in progress in reviewed source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Mounting Style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compact / cabinet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 wall mount / field deployment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Environment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AC-only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DC-ready industrial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663440"/>
            <a:ext cx="11247120" cy="877824"/>
          </a:xfrm>
          <a:prstGeom prst="roundRect">
            <a:avLst>
              <a:gd name="adj" fmla="val 41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4754880"/>
            <a:ext cx="10881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IE3500H is the only model in this comparison truly designed for harsh-environment deployment.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5102352"/>
            <a:ext cx="10881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deployment is marine, outdoor, rail, utility, or factory-like, C9200CX is the wrong product class.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Carnival | C9200CX vs IE3500H | Slide 9 of 14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601200" y="64465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March 2026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Certifications and Deployment Readiness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657600"/>
                <a:gridCol w="43891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Certification / Readiness Item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C9200CX-12P-2X2G-E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IE-3500H-12P2MU2XE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IEC / UL Safety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safety certifications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 safety certifications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1613 / Utility Class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47D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 support / in-progress references depending document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EN50155 / Rail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E-Mark / Automotive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ATEX / IECEx / Harsh OT Positioning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industrial positioning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 / heavy-duty positioning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Marine Deployment Readiness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suitable without major enclosure adaptation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Much closer fit for marine/harsh field scenarios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663440"/>
            <a:ext cx="11247120" cy="877824"/>
          </a:xfrm>
          <a:prstGeom prst="roundRect">
            <a:avLst>
              <a:gd name="adj" fmla="val 41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4754880"/>
            <a:ext cx="10881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IE3500H carries the regulatory and environmental posture expected from an industrial Ethernet switch.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5102352"/>
            <a:ext cx="10881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C9200CX remains an enterprise compact switch even when its port count looks superficially similar.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Carnival | C9200CX vs IE3500H | Slide 10 of 14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601200" y="64465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March 2026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Weight, Dimensions, and Physical Trade-Offs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931920"/>
                <a:gridCol w="43891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C9200CX-12P-2X2G-E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IE-3500H-12P2MU2XE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 lb (2.99 kg)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11.40 lb (5.17 kg)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 x 26.9 x 24.4 cm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26.57 x 27.69 x 8.53 cm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Fanless / silent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Fanless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Cabinet Impact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weight, easier retrofits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47D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Heavier but more rugged package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Connector Robustness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RJ-45 vulnerable in harsh field use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M12 improves field durability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97680"/>
            <a:ext cx="11247120" cy="877824"/>
          </a:xfrm>
          <a:prstGeom prst="roundRect">
            <a:avLst>
              <a:gd name="adj" fmla="val 41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4389120"/>
            <a:ext cx="10881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C9200CX clearly wins on weight and conventional cabinet integration.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4736592"/>
            <a:ext cx="10881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IE3500H accepts a weight penalty in exchange for sealed construction and field-grade connector durability.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Carnival | C9200CX vs IE3500H | Slide 11 of 14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601200" y="64465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March 2026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Differences from the User-Provided Table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Corrections applied before generating this deck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828800"/>
                <a:gridCol w="594360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Table Claim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C9200CX switching capacity = 128 Gbps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/ contradicted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68 Gbps for this compact SKU; 128 Gbps is not the correct figure for this model.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IE-3500H-12P2MU2XE = 12 ports total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includes 12 main M12 PoE ports plus 2 SFP uplinks and 2 additional mGig/4PPoE interfaces.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 -E license has AES-256 MACsec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47D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Misleading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the -E (Network Essentials) variant, reviewed evidence supports MACsec-128, not MACsec-256.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C9200CX and IE3500H are direct peers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47D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Oversimplified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They overlap in PoE compact switching, but one is enterprise access and the other is heavy-duty industrial Ethernet.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754880"/>
            <a:ext cx="11247120" cy="877824"/>
          </a:xfrm>
          <a:prstGeom prst="roundRect">
            <a:avLst>
              <a:gd name="adj" fmla="val 41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4846320"/>
            <a:ext cx="10881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factual fixes are the C9200CX switching-capacity number and the IE3500H total-interface count.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5193792"/>
            <a:ext cx="10881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licensing detail matters: MACsec-256 should not be attributed to the IE -E variant without Network Advantage.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Carnival | C9200CX vs IE3500H | Slide 12 of 14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601200" y="64465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March 2026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Matrix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017520"/>
                <a:gridCol w="493776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 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enterprise branch / cabin / office access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C9200CX-12P-2X2G-E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Lighter, simpler, AC powered, enterprise access feature set.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Harsh environment / marine exterior / industrial zone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IE-3500H-12P2MU2XE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IP67, M12, DC power, shock/vibration hardening, industrial certifications.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 conventional RJ-45 access and low weight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C9200CX-12P-2X2G-E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fit for standard IT infrastructure.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 M12 connectors and sealed enclosure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IE-3500H-12P2MU2XE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is the core reason to choose the industrial platform.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 strongest MACsec posture on the compared SKUs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C9200CX-12P-2X2G-E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Reviewed configuration has native AES-256 vs IE -E MACsec-128.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 OT / industrial protocol alignment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IE-3500H-12P2MU2XE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 Ethernet protocols and field deployment posture make it the right class of product.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754880"/>
            <a:ext cx="11247120" cy="877824"/>
          </a:xfrm>
          <a:prstGeom prst="roundRect">
            <a:avLst>
              <a:gd name="adj" fmla="val 41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4846320"/>
            <a:ext cx="10881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C9200CX when the environment is enterprise IT; choose IE3500H when the environment itself is the primary constraint.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5193792"/>
            <a:ext cx="10881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less about raw port counts and more about deployment physics: AC vs DC, RJ-45 vs M12, office vs harsh field.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Carnival | C9200CX vs IE3500H | Slide 13 of 14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601200" y="64465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March 2026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Methodology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Catalyst 9200 Series Data Sheet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389120" y="132588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5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cisco.com/c/en/us/products/collateral/switches/catalyst-9200-series-switches/nb-06-cat9200-ser-data-sheet-cte-en.html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72821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IE3500 Heavy Duty Series Data Sheet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89120" y="1728216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5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cisco.com/c/en/us/products/collateral/networking/industrial-switches/ie3500-heavy-duty-series/ie3500-heavy-duty-series-ds.html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1305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IE3500 Rugged Series Data Sheet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89120" y="2130552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5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cisco.com/c/en/us/products/collateral/networking/industrial-switches/ie3500-rugged-series/ie3500-rugged-series-ds.html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5328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IE3500 Hardware Installation Guide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89120" y="2532888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5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cisco.com/c/en/us/td/docs/IIOT/switches/ie35xx/hw-install-guide/b-ie35xx-hig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93522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C9200CX Hardware Install Guide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89120" y="2935224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5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cisco.com/c/en/us/td/docs/switches/lan/catalyst9200/hardware/install/b-c9200cx-hig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480560"/>
            <a:ext cx="11247120" cy="1234440"/>
          </a:xfrm>
          <a:prstGeom prst="roundRect">
            <a:avLst>
              <a:gd name="adj" fmla="val 296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98348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uses the same validated format as the prior C9200CX replacement presentation. The user-provided comparison table was treated as input only, then corrected against official Cisco datasheets and installation guides. Unsupported values were either removed or labeled as not officially substantiated. IE-3500H-12P2MU2XE is treated as an industrial near-match rather than a strict 1:1 peer.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Carnival | C9200CX vs IE3500H | Slide 14 of 14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601200" y="64465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March 2026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Carnival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Cisco C9200CX-12P-2X2G-E vs IE-3500H-12P2MU2XE</dc:title>
  <dc:subject>Cisco C9200CX vs IE3500H Analysis - Corrected &amp; Validated</dc:subject>
  <dc:creator>Carnival Network Engineering</dc:creator>
  <cp:lastModifiedBy>Carnival Network Engineering</cp:lastModifiedBy>
  <cp:revision>1</cp:revision>
  <dcterms:created xsi:type="dcterms:W3CDTF">2026-03-24T18:21:42Z</dcterms:created>
  <dcterms:modified xsi:type="dcterms:W3CDTF">2026-03-24T18:21:42Z</dcterms:modified>
</cp:coreProperties>
</file>